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p>
            <a:r>
              <a:t>KEEP-NOTE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<Relationship Id="rIdNotes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x1"/>
          <p:cNvSpPr/>
          <p:nvPr/>
        </p:nvSpPr>
        <p:spPr/>
        <p:txBody>
          <a:bodyPr/>
          <a:p>
            <a:r>
              <a:t>KEEP-SLIDE-1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Box2"/>
          <p:cNvSpPr/>
          <p:nvPr/>
        </p:nvSpPr>
        <p:spPr/>
        <p:txBody>
          <a:bodyPr/>
          <a:p>
            <a:r>
              <a:t>HIDDEN-SLIDE-2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iddenShape" hidden="1"/>
          <p:cNvSpPr/>
          <p:nvPr/>
        </p:nvSpPr>
        <p:spPr/>
        <p:txBody>
          <a:bodyPr/>
          <a:p>
            <a:r>
              <a:t>HIDDEN-SHAPE</a:t>
            </a:r>
          </a:p>
        </p:txBody>
      </p:sp>
      <p:sp>
        <p:nvSpPr>
          <p:cNvPr id="3" name="VisibleShape"/>
          <p:cNvSpPr/>
          <p:nvPr/>
        </p:nvSpPr>
        <p:spPr/>
        <p:txBody>
          <a:bodyPr/>
          <a:p>
            <a:r>
              <a:t>KEEP-SHAPE</a:t>
            </a:r>
          </a:p>
        </p:txBody>
      </p:sp>
    </p:spTree>
  </p:cSld>
</p:sld>
</file>